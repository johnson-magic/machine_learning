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9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DC215-F288-48C3-A333-517E6BCFF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953994-1182-4EE5-8378-7C982590E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DB366B-F6AD-468D-A640-FD1473F1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1C3F6-2F05-4562-BD02-0A11C6E7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AB057F-58A5-4798-AF1F-DD9FA66A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40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BB405-24E5-4994-BF68-F734F271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6A89FC-93C6-4756-9751-57131545A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EF107-3542-4D24-A2F2-D73C731B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634E98-F060-4F25-83FF-CD508DE0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1F9D61-6266-49C5-B771-99FD6599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4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39D00-96F5-455B-AD06-3060A25F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B57959-79B0-4004-A107-861450F7B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537BB-6556-414B-A4A7-703F2A91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433DC-A532-45C2-95BA-0F6F3442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AAEA-7A81-4557-9643-0AFCFF3C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8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0435F-07A0-46EC-8C5D-84A76F2F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C9016C-B775-4ACB-B154-6E7B76FD6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4D1FC5-3E64-4CD6-A494-D1809E0FA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0DDBCE-3971-4AFA-A414-A4D25628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59E5E6-546A-453C-A0E3-BBEFB848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485FD5-2181-4ED3-8042-6DDA275F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5B204-21D7-4209-9797-30067D920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BBC134-21C7-4B90-88A1-F72B02711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6C2609-884D-49A6-8B75-84ED1B514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4758BF-EC68-4B44-92C7-3F3979D7B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DDC4D3-27BD-445E-BF3E-77AE29FC2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45F2A5-662F-409F-A756-A70669BF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60C9EF-8D5B-426F-9E99-B9A74940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5AB761-FD78-492B-BB7C-1E42925C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60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051F0-8938-49A9-8783-56ABF97C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A15B3B-85B1-4C7E-819F-2534BC219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FCAA04-C53D-43D6-926F-0B22ECDF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B97327-D216-4226-A373-69B6EA0D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46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2BCC3D-FC1A-49CC-9741-D75AFCA5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F45261-E598-4334-8C96-DCB8A180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834F6-0D78-4CE7-ACEF-CE27E744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7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1EBB0-99CF-44CF-BEF8-DD0133F8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986DB6-267F-4ED8-97E8-2FCDB57E8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65A353-F91E-4E9C-8D5B-195F70912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697F83-83E0-4343-A7F3-4C4CDCE6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69C967-43A1-4E98-BCD4-D2D88C93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752A9E-F2BF-4A9C-95F7-11B73DFE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81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B14A8-B96D-4B3C-AF80-EF541CAB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59C875-76E9-46D5-8D67-B34936D09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54EC4B-1865-429A-BF91-E141CE908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4FB455-7FFE-4D02-B658-4A398734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48789A-147D-436B-8594-3F48BB9F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E6673-CDF1-47C2-9925-1EB0F6FB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76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DAE0F-77E9-47F2-A437-75B97E6A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D3DDAC-ACEE-4C91-98BD-12199DC12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64F608-206B-4F47-BFD4-E1660CDF9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F9037-30A1-45DC-9AD4-739F9ED1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411295-CA58-4CCE-A4F6-F4EF5BF0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11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07D17A-3144-4D44-84D8-B0BBA7C79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921230-1ED7-426B-91CE-BC5768E96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0B2403-B80F-45D0-AB92-5D38A3C7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29FFA-5907-42A5-96AF-50F2E0FC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E0B42-4ED6-49CF-BD52-2D6E67A6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87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C5FA27-8E5B-4338-BA9C-6EB58C3A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345FEF-1C2F-4581-B369-C068FD92D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30F10-5DCD-40A7-9CF0-CF1DB1E3E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E0810-EE32-46AE-ACC4-769B7FF0849A}" type="datetimeFigureOut">
              <a:rPr lang="zh-CN" altLang="en-US" smtClean="0"/>
              <a:t>2021/12/11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E6D9E-2CF8-4ABE-80A1-16849AFCD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D16B5-8A3D-4EB6-9A46-3D35F13B2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8ECC6-B1BC-4DC8-AAEE-1EC1A6A82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5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F4564989-BD9F-4798-813E-721EA8767316}"/>
              </a:ext>
            </a:extLst>
          </p:cNvPr>
          <p:cNvGrpSpPr/>
          <p:nvPr/>
        </p:nvGrpSpPr>
        <p:grpSpPr>
          <a:xfrm>
            <a:off x="845820" y="1303020"/>
            <a:ext cx="7924800" cy="510540"/>
            <a:chOff x="845820" y="1303020"/>
            <a:chExt cx="7924800" cy="5105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9E03EB4-343C-4F8F-9EE7-9B5F966553D1}"/>
                    </a:ext>
                  </a:extLst>
                </p:cNvPr>
                <p:cNvSpPr/>
                <p:nvPr/>
              </p:nvSpPr>
              <p:spPr>
                <a:xfrm>
                  <a:off x="845820" y="1303020"/>
                  <a:ext cx="1127760" cy="5105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9E03EB4-343C-4F8F-9EE7-9B5F966553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820" y="1303020"/>
                  <a:ext cx="1127760" cy="510540"/>
                </a:xfrm>
                <a:prstGeom prst="rect">
                  <a:avLst/>
                </a:prstGeom>
                <a:blipFill>
                  <a:blip r:embed="rId2"/>
                  <a:stretch>
                    <a:fillRect l="-43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FB16A2F-FFAA-4B1B-9DB5-DC98D4785F24}"/>
                </a:ext>
              </a:extLst>
            </p:cNvPr>
            <p:cNvSpPr/>
            <p:nvPr/>
          </p:nvSpPr>
          <p:spPr>
            <a:xfrm>
              <a:off x="2545080" y="1303020"/>
              <a:ext cx="1127760" cy="5105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encoder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5F5E3532-CCB0-44E1-8B13-C8048C84FF20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1973580" y="1558290"/>
              <a:ext cx="571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26C802A-30D4-419C-8213-367D8E1DC14C}"/>
                    </a:ext>
                  </a:extLst>
                </p:cNvPr>
                <p:cNvSpPr/>
                <p:nvPr/>
              </p:nvSpPr>
              <p:spPr>
                <a:xfrm>
                  <a:off x="4244340" y="1303020"/>
                  <a:ext cx="1127760" cy="5105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26C802A-30D4-419C-8213-367D8E1DC1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4340" y="1303020"/>
                  <a:ext cx="1127760" cy="510540"/>
                </a:xfrm>
                <a:prstGeom prst="rect">
                  <a:avLst/>
                </a:prstGeom>
                <a:blipFill>
                  <a:blip r:embed="rId3"/>
                  <a:stretch>
                    <a:fillRect l="-27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41D3471E-9000-42BB-840C-48BDFC80DCAC}"/>
                </a:ext>
              </a:extLst>
            </p:cNvPr>
            <p:cNvCxnSpPr>
              <a:stCxn id="5" idx="3"/>
              <a:endCxn id="8" idx="1"/>
            </p:cNvCxnSpPr>
            <p:nvPr/>
          </p:nvCxnSpPr>
          <p:spPr>
            <a:xfrm>
              <a:off x="3672840" y="1558290"/>
              <a:ext cx="571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52B5D1A-5CA0-477E-A14A-6E958047B2AC}"/>
                </a:ext>
              </a:extLst>
            </p:cNvPr>
            <p:cNvSpPr/>
            <p:nvPr/>
          </p:nvSpPr>
          <p:spPr>
            <a:xfrm>
              <a:off x="5943600" y="1303020"/>
              <a:ext cx="1127760" cy="5105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decoder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950E1568-B7E5-40A0-BB6A-FC694E6C934C}"/>
                    </a:ext>
                  </a:extLst>
                </p:cNvPr>
                <p:cNvSpPr/>
                <p:nvPr/>
              </p:nvSpPr>
              <p:spPr>
                <a:xfrm>
                  <a:off x="7642860" y="1303020"/>
                  <a:ext cx="1127760" cy="5105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950E1568-B7E5-40A0-BB6A-FC694E6C93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2860" y="1303020"/>
                  <a:ext cx="1127760" cy="510540"/>
                </a:xfrm>
                <a:prstGeom prst="rect">
                  <a:avLst/>
                </a:prstGeom>
                <a:blipFill>
                  <a:blip r:embed="rId4"/>
                  <a:stretch>
                    <a:fillRect l="-5946" r="-54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2953785-398F-4D3B-8F40-E18012C7F9D0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>
              <a:off x="5372100" y="1558290"/>
              <a:ext cx="571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EFE48DB-DCCA-40AD-9CC0-47500C5A0E4C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7071360" y="1558290"/>
              <a:ext cx="571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005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zhang</dc:creator>
  <cp:lastModifiedBy>peter zhang</cp:lastModifiedBy>
  <cp:revision>2</cp:revision>
  <dcterms:created xsi:type="dcterms:W3CDTF">2021-12-11T09:35:59Z</dcterms:created>
  <dcterms:modified xsi:type="dcterms:W3CDTF">2021-12-11T09:47:18Z</dcterms:modified>
</cp:coreProperties>
</file>